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Apresente-se e diga o nome do projeto: um simulador de loja de jogos digitais inspirado na Steam, que roda no terminal. O objetivo não é recriar a Steam de verdade, mas demonstrar domínio dos conceitos de POO (encapsulamento, herança, polimorfismo, abstração, interfaces, composição) e boas práticas de arquitetura. A apresentação vai do geral ao específico, mostrando onde cada conceito de POO aparece no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Cenário: produtos diferentes (Jogo completo e DLC), cada um com regra de preço própria; promoções gerais ou por categoria; planos (Básico, Plus, Premium) com cashback e prazo diferentes. O grande problema é a extensibilidade — a resposta é polimorfismo + interfaces + injeção de dependência. Esse é o fio condutor da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TypeScript é JavaScript com tipagem estática: erros aparecem em tempo de compilação. O modo strict obriga a tratar null e tipar tudo — rede de segurança do projeto. Scripts: npm start compila e roda; npm test roda os testes; npm run typecheck só checa tipos. Única dependência de produção: readline-sync. Não há banco real, mas usamos os mesmos conceitos (Repository, Data Mapper).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Analogia da cebola: o miolo (Entidades) tem regras de negócio puras — verdades independentes de tecnologia. As camadas de fora são detalhes substituíveis (hoje JSON, amanhã MySQL) sem mexer na Conta. Regra de ouro: setas de dependência só vão de fora para dentro. Mapeie camada→pasta.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pasta tem papel previsível. Cada tipo de mudança tem um lugar: regra de negócio em models/services; tela em views/index.ts; onde salvar em repo. Essa previsibilidade é o superpoder da boa arquitetura. Testes ficam fora da aplicação.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Coração da injeção de dependência. Único ponto onde decidimos qual implementação concreta usar. Casos de uso recebem repositórios prontos — por isso conseguimos testá-los com repositório falso (em memória). Trocar JSON por SQL = mudar esta linha.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Passo a passo da inicialização. Os jogos vivem só em memória (re-semeados toda vez); só a conta é persistida no JSON. O loop mostra o menu, lê a opção com readline-sync e chama o caso de uso. Promoção do projeto: PROMOÇÃO DE INVERNO — ESPECIAL MUNDO ABERTO, 50% na categoria Mundo Aberto.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Fluxo mais importante. Separação de responsabilidades: o caso de uso ComprarItem orquestra; a regra de negócio mora na entidade Conta.comprarItens(). A Conta nunca imprime nem salva — só decide e devolve. O dado flui de fora para dentro e volta como objeto simples (ResultadoCompra) que a borda imprime.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Detalhe esperto: o estorno desconta o cashback creditado na compra, então o saldo volta exatamente ao que era — sem o usuário lucrar comprando e devolvendo. O prazo depende do plano (7/14/21), resolvido por polimorfismo sem if. O prazo é verificado em validarElegibilidade comparando a diferença em dias com o limite do plano.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Abstração: a classe abstrata define o que todo item deve ter/fazer, sem ser concreto. Não instanciamos ItemDigital direto. Herança: Jogo e DLC compartilham id/título/preço/validações — uma vez na mãe, em vez de duplicar. Validação no construtor garante que um item nunca existe em estado inválido (invariante).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Conceito central. O método abstrato calcularPrecoFinal() é declarado na mãe e cada filho implementa do seu jeito. Quem chama não sabe o tipo concreto. Outros pontos polimórficos: Promocao, PlanoAssinatura, IRepositorio. Nenhum if por tipo — coração da extensibilidade.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Interface é um contrato: lista o que o objeto deve ter, sem dizer como. PlanoBasico/Plus/Premium implementam com valores diferentes — padrão Strategy. A Conta usa o plano sem saber qual é; adicionar um plano Ultra novo é só criar um arquivo. Analogia do frete (PAC/SEDEX): o caixa não muda, só a estratégia.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Encapsulamento: o saldo só muda por caminhos válidos (comprar/reembolsar/adicionarSaldo). Sem isso, qualquer código faria conta.saldoCarteira = 999999. getBiblioteca devolve cópia, então o array interno não é alterado de fora. Composição: o Jogo não herda das DLCs, ele possui — como o carro possui um motor.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DTO (Data Transfer Object): objeto simples, só dados. Para salvar, a Conta vira ContaDTO; para carregar, vira Conta. Utilidade: a infraestrutura não pode ver campos privados da entidade. Sem DTOs, o repositório furaria o encapsulamento. Repository esconde o 'como' (fs) atrás de interface limpa. Factory planoPorNome recria PlanoPremium a partir do texto 'Premium'.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Vários conceitos num método: encapsulamento (private saldoCarteira), polimorfismo (getPrecoFinal, percentualCashback), instanceof DLC como regra de negócio legítima, funções de alta ordem (some), validações que lançam erro. Essa lógica não imprime nem salva — é regra pura. Erros são capturados na borda e viram mensagens amigáveis.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 onde o prazo de 7 dias (ou mais) é verificado. Regra isolada num método estático puro: só recebe dados e decide. O limite vem do plano (7/14/21). Injeção de data: agora é parâmetro com valor padrão. Em produção, relógio real; nos testes, data fixa para verificar reembolso expirado de forma determinística. Isso é testabilidade.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Conteúdo real de dados_conta.json. Sem banco nem ORM, mas os conceitos aparecem: a 'tabela' é a lista de ContaDTO; o mapeamento objeto↔dados é manual (Data Mapper). A Conta não tem código de arquivo — o RepositorioContaJSON faz a ponte. O plano vira texto 'Premium' e planoPorNome recria PlanoPremium. Arquivo corrompido -&gt; lista vazia em vez de quebrar.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Testes provam que as regras funcionam e dão segurança para modificar. Usam RepositorioEmMemoria porque é rápido e não escreve no disco. Como ambos implementam IRepositorio, o caso de uso não percebe a diferença — benefício prático da injeção de dependência. Demonstre npm test se houver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Desafios como decisões de engenharia. Maior: extensibilidade — trocamos if(plano===...) por polimorfismo. Encapsulamento vs salvar em disco -&gt; DTOs desacoplam formato salvo da estrutura interna. Testar regras dependentes de tempo -&gt; injeção de data. Robustez: erros de regra viram mensagens amigáveis; JSON corrompido é tratado.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cumprido: encapsulamento, herança, polimorfismo, abstração, interfaces e composição num sistema real com Clean Architecture, persistência e testes. Mérito: extensibilidade — cada mudança tem lugar previsível. Melhorias são naturais: trocar JSON por banco = nova classe + 1 linha; virar site = só a borda. Agradeça e abra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73152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Simulador de Loja de Jogos (estilo Steam)</a:t>
            </a:r>
          </a:p>
          <a:p>
            <a:r>
              <a:rPr sz="2200">
                <a:solidFill>
                  <a:srgbClr val="66C0F4"/>
                </a:solidFill>
              </a:rPr>
              <a:t>Trabalho Final — Programação Orientada a Objetos (POO) · UNIFESP</a:t>
            </a:r>
          </a:p>
          <a:p>
            <a:pPr>
              <a:spcBef>
                <a:spcPts val="2000"/>
              </a:spcBef>
            </a:pPr>
            <a:r>
              <a:rPr sz="1800">
                <a:solidFill>
                  <a:srgbClr val="C7D5E0"/>
                </a:solidFill>
              </a:rPr>
              <a:t>TypeScript + Node.js  |  Clean Architecture  |  Vitest</a:t>
            </a:r>
          </a:p>
          <a:p>
            <a:r>
              <a:rPr sz="1800">
                <a:solidFill>
                  <a:srgbClr val="C7D5E0"/>
                </a:solidFill>
              </a:rPr>
              <a:t>Integrantes: [preencher nomes]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Visão Geral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O que é: loja de jogos digitais no terminal (linha de comando)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O usuário pode: ver jogos/DLCs, ver biblioteca, adicionar saldo, comprar (com promoção e cashback) e pedir reembolso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Problema modelado: produtos com regras de preço diferentes, promoções variadas e planos de assinatura distintos — com dados salvos em disco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O desafio de POO: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Como adicionar um novo jogo, promoção ou plano SEM reescrever o sistema inteiro?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Resposta: polimorfismo + interfaces + injeção de dependência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Tecnologias e Ferramentas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Linguagem: TypeScript (strict: true, módulos node16)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Runtime: Node.js 20+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Biblioteca de produção: readline-sync (lê o teclado de forma síncrona)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Testes: Vitest (8 arquivos de teste + cobertura)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Qualidade: ESLint + Prettier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"Banco de dados": arquivo dados_conta.json (persistência manual)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Arquitetura — Clean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4 camadas concêntricas; dependências apontam sempre para o centro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Camada 1 — Entidades: Conta, ItemDigital, Jogo, DLC, Promocao, Plano, PoliticaReembolso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Camada 2 — Casos de Uso: ComprarItem, ReembolsarItem, AdicionarSaldo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Camada 3 — Adaptadores: IRepositorio, RepositorioEmMemoria, RepositorioJSON, DTOs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Camada 4 — Borda: index.ts, lojaView.ts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Sugestão visual: diagrama de cebola com setas apontando para dentro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Organização das Pastas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4023360"/>
          </a:xfrm>
          <a:prstGeom prst="rect">
            <a:avLst/>
          </a:prstGeom>
          <a:solidFill>
            <a:srgbClr val="0E141B"/>
          </a:solidFill>
          <a:ln w="12700">
            <a:solidFill>
              <a:srgbClr val="66C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500">
                <a:solidFill>
                  <a:srgbClr val="A8E080"/>
                </a:solidFill>
                <a:latin typeface="Consolas"/>
              </a:rPr>
              <a:t>POO/</a:t>
            </a:r>
          </a:p>
          <a:p>
            <a:r>
              <a:rPr sz="1500">
                <a:solidFill>
                  <a:srgbClr val="A8E080"/>
                </a:solidFill>
                <a:latin typeface="Consolas"/>
              </a:rPr>
              <a:t>├── index.ts              -&gt; ponto de entrada (menu + montagem)</a:t>
            </a:r>
          </a:p>
          <a:p>
            <a:r>
              <a:rPr sz="1500">
                <a:solidFill>
                  <a:srgbClr val="A8E080"/>
                </a:solidFill>
                <a:latin typeface="Consolas"/>
              </a:rPr>
              <a:t>├── dados_conta.json      -&gt; "banco de dados" (save do usuário)</a:t>
            </a:r>
          </a:p>
          <a:p>
            <a:r>
              <a:rPr sz="1500">
                <a:solidFill>
                  <a:srgbClr val="A8E080"/>
                </a:solidFill>
                <a:latin typeface="Consolas"/>
              </a:rPr>
              <a:t>├── src/</a:t>
            </a:r>
          </a:p>
          <a:p>
            <a:r>
              <a:rPr sz="1500">
                <a:solidFill>
                  <a:srgbClr val="A8E080"/>
                </a:solidFill>
                <a:latin typeface="Consolas"/>
              </a:rPr>
              <a:t>│   ├── models/           -&gt; Entidades (conta, ItemDigital, jogo, dtos)</a:t>
            </a:r>
          </a:p>
          <a:p>
            <a:r>
              <a:rPr sz="1500">
                <a:solidFill>
                  <a:srgbClr val="A8E080"/>
                </a:solidFill>
                <a:latin typeface="Consolas"/>
              </a:rPr>
              <a:t>│   │   └── planos/       -&gt; polimorfismo dos planos de assinatura</a:t>
            </a:r>
          </a:p>
          <a:p>
            <a:r>
              <a:rPr sz="1500">
                <a:solidFill>
                  <a:srgbClr val="A8E080"/>
                </a:solidFill>
                <a:latin typeface="Consolas"/>
              </a:rPr>
              <a:t>│   ├── services/         -&gt; regras (promocao, PoliticaReembolso)</a:t>
            </a:r>
          </a:p>
          <a:p>
            <a:r>
              <a:rPr sz="1500">
                <a:solidFill>
                  <a:srgbClr val="A8E080"/>
                </a:solidFill>
                <a:latin typeface="Consolas"/>
              </a:rPr>
              <a:t>│   ├── casos-de-uso/     -&gt; orquestração (Comprar/Reembolsar/Saldo)</a:t>
            </a:r>
          </a:p>
          <a:p>
            <a:r>
              <a:rPr sz="1500">
                <a:solidFill>
                  <a:srgbClr val="A8E080"/>
                </a:solidFill>
                <a:latin typeface="Consolas"/>
              </a:rPr>
              <a:t>│   ├── repo/             -&gt; adaptadores de persistência</a:t>
            </a:r>
          </a:p>
          <a:p>
            <a:r>
              <a:rPr sz="1500">
                <a:solidFill>
                  <a:srgbClr val="A8E080"/>
                </a:solidFill>
                <a:latin typeface="Consolas"/>
              </a:rPr>
              <a:t>│   ├── views/            -&gt; apresentação no terminal</a:t>
            </a:r>
          </a:p>
          <a:p>
            <a:r>
              <a:rPr sz="1500">
                <a:solidFill>
                  <a:srgbClr val="A8E080"/>
                </a:solidFill>
                <a:latin typeface="Consolas"/>
              </a:rPr>
              <a:t>│   └── infra/            -&gt; seeding (popula a loja)</a:t>
            </a:r>
          </a:p>
          <a:p>
            <a:r>
              <a:rPr sz="1500">
                <a:solidFill>
                  <a:srgbClr val="A8E080"/>
                </a:solidFill>
                <a:latin typeface="Consolas"/>
              </a:rPr>
              <a:t>└── tests/                -&gt; 8 arquivos de teste (Vitest)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A "Montagem" do Sistema (Composition Root)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2194560"/>
          </a:xfrm>
          <a:prstGeom prst="rect">
            <a:avLst/>
          </a:prstGeom>
          <a:solidFill>
            <a:srgbClr val="0E141B"/>
          </a:solidFill>
          <a:ln w="12700">
            <a:solidFill>
              <a:srgbClr val="66C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400">
                <a:solidFill>
                  <a:srgbClr val="A8E080"/>
                </a:solidFill>
                <a:latin typeface="Consolas"/>
              </a:rPr>
              <a:t>const repoJogos  = new RepositorioEmMemoria&lt;ItemDigital&gt;();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const repoContas = new RepositorioContaJSON();        // escolha concreta!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const comprarItem    = new ComprarItem(repoContas, repoJogos);  // injeção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const reembolsarItem = new ReembolsarItem(repoContas);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const adicionarSaldo = new AdicionarSaldo(repoContas);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index.ts é o ÚNICO lugar que conhece as implementações concretas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Os repositórios são injetados nos casos de uso pelo construtor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Trocar RepositorioContaJSON por outro = mudar UMA linha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Fluxo de Execução (npm start)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Node executa index.ts -&gt; cria repositórios e a promoção ativa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Cria os casos de uso INJETANDO os repositórios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popularLojaDeTestes(repoJogos) -&gt; enche a loja (seeding)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repoContas.buscarPorId("u1") -&gt; carrega o save do disco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não existe -&gt; cria conta nova (Premium, R$250) e salva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existe -&gt; "Bem-vindo de volta"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Mostra plano + promoção ativa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Entra no loop do menu (opções 1 a 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Funcionalidade: Comprar um Item (opção 4)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solidFill>
            <a:srgbClr val="0E141B"/>
          </a:solidFill>
          <a:ln w="12700">
            <a:solidFill>
              <a:srgbClr val="66C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400">
                <a:solidFill>
                  <a:srgbClr val="A8E080"/>
                </a:solidFill>
                <a:latin typeface="Consolas"/>
              </a:rPr>
              <a:t>index.ts -&gt; comprarItem.executar("u1", id, promo)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ComprarItem -&gt; busca conta (JSON) + item (memória)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ComprarItem -&gt; conta.comprarItens(item, promo)   [REGRA DE NEGÓCIO]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     ├─ valida: não duplicado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     ├─ valida: se DLC, exige o jogo-base na biblioteca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     ├─ calcula preço final (item.getPrecoFinal(promo))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     ├─ valida: saldo suficiente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     ├─ credita cashback (plano.percentualCashback())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     └─ atualiza saldo, biblioteca e histórico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ComprarItem -&gt; repoContas.adicionar(conta)        [grava o JSON]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-&gt; ResultadoCompra -&gt; index imprime preço, cashback, saldo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Funcionalidades: Reembolso e Saldo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Reembolso (opção 5):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PoliticaReembolso.validarElegibilidade(compra, plano.diasReembolso())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Passou do prazo (7 / 14 / 21 dias) -&gt; lança erro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Estorno = precoPago − cashbackCreditado -&gt; saldo volta exato ao anterior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Adicionar saldo (opção 3):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conta.adicionarSaldo(valor) valida valor &gt; 0 -&gt; persiste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POO (1): Abstração e Herança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Abstração — classe abstrata ItemDigital (src/models/ItemDigital.ts)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export abstract class ItemDigital — não dá new ItemDigital(...)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Define o molde comum: id, título, preço, validações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Herança (IS-A) — src/models/jogo.ts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class Jogo extends ItemDigital / class DLC extends ItemDigital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Jogo e DLC SÃO um ItemDigital -&gt; reaproveitam código da mãe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POO (2): Polimorfismo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2286000"/>
          </a:xfrm>
          <a:prstGeom prst="rect">
            <a:avLst/>
          </a:prstGeom>
          <a:solidFill>
            <a:srgbClr val="0E141B"/>
          </a:solidFill>
          <a:ln w="12700">
            <a:solidFill>
              <a:srgbClr val="66C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400">
                <a:solidFill>
                  <a:srgbClr val="A8E080"/>
                </a:solidFill>
                <a:latin typeface="Consolas"/>
              </a:rPr>
              <a:t>// Jogo: preço cheio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public calcularPrecoFinal(): number { return this.precoBase; }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// DLC: 10% de desconto de complemento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public calcularPrecoFinal(): number {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  return this.precoBase * (1 - DLC.DESCONTO_COMPLEMENTO);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Quem chama item.calcularPrecoFinal() NÃO sabe se é Jogo ou DLC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Também: promocao.calcularDesconto(item) e plano.percentualCashback()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Nenhum if (tipo == ...) — a implementação certa é escolhida em runtime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POO (3): Interfaces e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1737360"/>
          </a:xfrm>
          <a:prstGeom prst="rect">
            <a:avLst/>
          </a:prstGeom>
          <a:solidFill>
            <a:srgbClr val="0E141B"/>
          </a:solidFill>
          <a:ln w="12700">
            <a:solidFill>
              <a:srgbClr val="66C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400">
                <a:solidFill>
                  <a:srgbClr val="A8E080"/>
                </a:solidFill>
                <a:latin typeface="Consolas"/>
              </a:rPr>
              <a:t>export interface PlanoAssinatura {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  nome(): string;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  percentualCashback(): number;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  diasReembolso(): number;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Básico: 0% cashback / 7 dias   |   Plus: 5% / 14 dias   |   Premium: 10% / 21 dias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3 classes implementam o contrato com valores diferentes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Conta chama this.plano.percentualCashback() — SEM nenhum if por plano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Padrão Strategy: a estratégia de cashback/reembolso é intercambiável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POO (4): Encapsulamento e Composição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Encapsulamento (src/models/conta.ts)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private saldoCarteira, private biblioteca — ninguém altera de fora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Getters devolvem CÓPIAS (getBiblioteca, getHistorico) -&gt; sem vazar estado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Composição (HAS-A)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Jogo TEM uma lista de DLC[] (private dlcs: DLC[])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calcularPrecoEdicaoCompleta() soma jogo + DLCs com reduce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POO (5): Repository, DTO e Factory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Repository — IRepositorio&lt;T&gt; (generics): RepositorioEmMemoria e RepositorioContaJSON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Troca o armazenamento sem mexer no domínio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DTO — objetos só de dados que cruzam a fronteira (dtos.ts)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Conta.toDTO() / fromDTO() — o arquivo nunca vê os campos privados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Factory — planoPorNome("Premium") e itemFromDTO(dto)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Recria o objeto certo a partir de um dado (texto / tipo)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Exemplo de Código: a regra de compra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solidFill>
            <a:srgbClr val="0E141B"/>
          </a:solidFill>
          <a:ln w="12700">
            <a:solidFill>
              <a:srgbClr val="66C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400">
                <a:solidFill>
                  <a:srgbClr val="A8E080"/>
                </a:solidFill>
                <a:latin typeface="Consolas"/>
              </a:rPr>
              <a:t>public comprarItens(item: ItemDigital, promocao?: Promocao): number {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const jaPossui = this.biblioteca.some((c) =&gt; c.item.getID() === item.getID());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if (jaPossui) throw new Error("Você já possui este item...");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if (item instanceof DLC) { /* exige o jogo-base na biblioteca */ }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const precoCobrado = item.getPrecoFinal(promocao);     // polimorfismo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if (this.saldoCarteira &lt; precoCobrado) throw new Error("Saldo insuficiente.");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const cashback = precoCobrado * (this.plano.percentualCashback() / 100);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this.saldoCarteira = this.saldoCarteira - precoCobrado + cashback;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// ...registra histórico e biblioteca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return cashback;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Onde o prazo de reembolso é verificado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3291840"/>
          </a:xfrm>
          <a:prstGeom prst="rect">
            <a:avLst/>
          </a:prstGeom>
          <a:solidFill>
            <a:srgbClr val="0E141B"/>
          </a:solidFill>
          <a:ln w="12700">
            <a:solidFill>
              <a:srgbClr val="66C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400">
                <a:solidFill>
                  <a:srgbClr val="A8E080"/>
                </a:solidFill>
                <a:latin typeface="Consolas"/>
              </a:rPr>
              <a:t>// src/services/PoliticaReembolso.ts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public static validarElegibilidade(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 compra: RegistroCompra,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 limiteDias: number = PoliticaReembolso.LIMITE_DIAS_PADRAO, // 7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 agora: Date = new Date()                                   // injeção de data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): void {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 const dias = (agora.getTime() - compra.dataCompra.getTime())/(1000*60*60*24);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 if (dias &gt; limiteDias) throw new Error(`Reembolso negado! ... ${limiteDias} dias`);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Método estático puro + data injetada (parâmetro padrão) -&gt; fácil de testar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Persistência: o "banco" em JSON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2926080"/>
          </a:xfrm>
          <a:prstGeom prst="rect">
            <a:avLst/>
          </a:prstGeom>
          <a:solidFill>
            <a:srgbClr val="0E141B"/>
          </a:solidFill>
          <a:ln w="12700">
            <a:solidFill>
              <a:srgbClr val="66C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400">
                <a:solidFill>
                  <a:srgbClr val="A8E080"/>
                </a:solidFill>
                <a:latin typeface="Consolas"/>
              </a:rPr>
              <a:t>[{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"id": "u1", "nomeUsuario": "PauloCrot",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"saldoCarteira": 350, "plano": "Premium",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"biblioteca": [],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"historicoTransacoes": [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  "Comprou EA SPORTS FC 24 por R$150.00 em 17/06/2026",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  "Reembolsou EA SPORTS FC 24 (+R$150.00) em 17/06/2026"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  ]</a:t>
            </a:r>
          </a:p>
          <a:p>
            <a:r>
              <a:rPr sz="1400">
                <a:solidFill>
                  <a:srgbClr val="A8E080"/>
                </a:solidFill>
                <a:latin typeface="Consolas"/>
              </a:rPr>
              <a:t>}]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Sem banco real nem ORM — Data Mapper manual (toDTO / fromDTO)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O plano é salvo só como texto -&gt; planoPorNome recria o objeto ao carregar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Testes Automatizados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Vitest — 8 arquivos de teste em tests/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Cobrem: regras da Conta, validações, polimorfismo, promoções, planos, política de reembolso, repositório e casos de uso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Os testes injetam RepositorioEmMemoria (rápido, sem disco)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O caso de uso nem percebe se é memória ou JSON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-&gt; benefício direto da injeção de dependência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Principais Desafios e Decisões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Extensibilidade: evitar if/else por tipo -&gt; polimorfismo + interfaces (Strategy)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Encapsulamento vs. persistência: salvar sem expor privados -&gt; DTOs e toDTO/fromDTO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Testabilidade do tempo: testar reembolso expirado -&gt; injetar a data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Robustez: arquivo corrompido / erros de regra -&gt; tratados sem quebrar o programa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Conclusão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Resultados: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Sistema funcional, com persistência, testes e arquitetura em camadas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Todos os pilares de POO demonstrados na prática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Adicionar plano/promoção/item SEM reescrever o sistema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</a:rPr>
              <a:t>• Melhorias futuras: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Banco de dados real (criar RepositorioContaSQL — só muda 1 linha)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Múltiplos usuários / login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C7D5E0"/>
                </a:solidFill>
              </a:rPr>
              <a:t>– Interface gráfica ou web (só trocaria a camada de borda)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